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015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 dirty="0">
                <a:solidFill>
                  <a:srgbClr val="F97316"/>
                </a:solidFill>
                <a:latin typeface="Calibri"/>
              </a:rPr>
              <a:t>AI-Powered MERN Food App
</a:t>
            </a:r>
          </a:p>
          <a:p>
            <a:r>
              <a:rPr sz="2000" b="0" i="1" dirty="0">
                <a:solidFill>
                  <a:srgbClr val="38BDF8"/>
                </a:solidFill>
                <a:latin typeface="Calibri"/>
              </a:rPr>
              <a:t>Full-Stack Food Ordering Platform with On-Demand LLM Analysis &amp; Stripe Checkout
</a:t>
            </a:r>
          </a:p>
          <a:p>
            <a:r>
              <a:rPr sz="1600" b="0" i="0" dirty="0">
                <a:solidFill>
                  <a:srgbClr val="E2E8F0"/>
                </a:solidFill>
                <a:latin typeface="Calibri"/>
              </a:rPr>
              <a:t>Presented by Sicky Kumar</a:t>
            </a:r>
            <a:endParaRPr lang="en-US" sz="1600" b="0" i="0" dirty="0">
              <a:solidFill>
                <a:srgbClr val="E2E8F0"/>
              </a:solidFill>
              <a:latin typeface="Calibri"/>
            </a:endParaRPr>
          </a:p>
          <a:p>
            <a:r>
              <a:rPr lang="en-US" sz="1600" dirty="0">
                <a:solidFill>
                  <a:srgbClr val="E2E8F0"/>
                </a:solidFill>
                <a:latin typeface="Calibri"/>
              </a:rPr>
              <a:t>College Name : MCKV INSTITUTE OF ENGINEERING</a:t>
            </a:r>
          </a:p>
          <a:p>
            <a:r>
              <a:rPr lang="en-US" sz="1600" b="0" i="0" dirty="0">
                <a:solidFill>
                  <a:srgbClr val="E2E8F0"/>
                </a:solidFill>
                <a:latin typeface="Calibri"/>
              </a:rPr>
              <a:t>INTERNSHIP: WEBSTACK ACADEMY</a:t>
            </a:r>
            <a:endParaRPr sz="1600" b="0" i="0" dirty="0">
              <a:solidFill>
                <a:srgbClr val="E2E8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01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97316"/>
                </a:solidFill>
                <a:latin typeface="Calibri"/>
              </a:rPr>
              <a:t>System Architecture &amp; Technology Stack
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Frontend Layer (Vite &amp; React):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Powered by Redux Toolkit for state management, React Toastify for notifications, and Bootstrap/FontAwesome for layouts.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Backend API (Node.js &amp; Express):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Standardized RESTful routing architecture connecting schemas to MongoDB Atlas via Mongoose ODM.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Stripe Integration: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Secures credit/debit card transactions using Stripe hosted checkout session redirects.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Cloudinary Media Services: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Manages profile avatar file uploads and deletes default assets safely.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Groq AI Cloud (Llama 3.1):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Performs natural language processing, structured descriptions generation, and review aggregations.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01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97316"/>
                </a:solidFill>
                <a:latin typeface="Calibri"/>
              </a:rPr>
              <a:t>User Experience &amp; Orders Flow
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Restaurant Catalog: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Allows searching, Pure Veg filtering, and rating sorting out-of-the-box.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Interactive Shopping Cart: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Enables real-time quantity controls, stock verification, and local/DB cart persistence.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Stripe Checkout Redirect: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Generates dynamic checkout sessions containing line items, prices, and shipping rules.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Admin Orders Panel: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A system-wide All Orders dashboard enabling administrators to track order stages.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Order Status Updates: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Enables administrators to dynamically update order states from 'Processing' to 'Delivered' inside the details 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01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97316"/>
                </a:solidFill>
                <a:latin typeface="Calibri"/>
              </a:rPr>
              <a:t>Advanced AI Integrations
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AI Description &amp; Recipe Generator: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Triggered during food item creation. Takes a dish name and price, and generates descriptions, allergens, and portion tags automatically.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AI Review Sentiment Analyzer: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Aggregates restaurant customer reviews to generate overall sentiments (Positive/Negative/Mixed).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On-Demand Processing: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Invokes the Groq cloud model dynamically only when requested, saving processing overhead and API costs.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Structured JSON Responses: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Enforces Groq response format constraints to return exact JSON layouts, keeping inputs aligned with backend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01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97316"/>
                </a:solidFill>
                <a:latin typeface="Calibri"/>
              </a:rPr>
              <a:t>Technical Debugging &amp; Optimizations
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Component Lifecycle Fix: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Decoupled global loaders in restaurantSlice.js to prevent page-wide spinners from unmounting cards and resetting the reviews expansion states.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JSON Parsing Guard: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Added custom regex cleaners to strip markdown code blocks from raw LLM responses before JSON parsing, resolving 500 crashes.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Vite Build &amp; Code Splitting: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Implemented manual dynamic chunks segmentation in Rollup build configs to split bulky dependencies and keep load times minimal.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•  Robust Express Error Handlers: </a:t>
            </a:r>
            <a:r>
              <a:rPr sz="1400" b="0" i="0">
                <a:solidFill>
                  <a:srgbClr val="E2E8F0"/>
                </a:solidFill>
                <a:latin typeface="Calibri"/>
              </a:rPr>
              <a:t>Guaranteed JSON response delivery on unknown environment modes, resolving server freezes.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447</Words>
  <Application>Microsoft Office PowerPoint</Application>
  <PresentationFormat>Custom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Sicky Kumar</cp:lastModifiedBy>
  <cp:revision>3</cp:revision>
  <dcterms:created xsi:type="dcterms:W3CDTF">2013-01-27T09:14:16Z</dcterms:created>
  <dcterms:modified xsi:type="dcterms:W3CDTF">2026-07-13T11:12:59Z</dcterms:modified>
  <cp:category/>
</cp:coreProperties>
</file>